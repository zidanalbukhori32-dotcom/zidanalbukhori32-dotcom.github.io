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Cafe Cendana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Tempat Nongkrong Nyaman dengan Kopi Terbaik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Tentang Cafe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Cafe Cendana menyediakan berbagai makanan dan minuman dengan harga terjangkau.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Minuman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Kopi Hitam - Rp4.000</a:t>
            </a:r>
          </a:p>
          <a:p>
            <a:r>
              <a:t>Cappuccino - Rp5.000</a:t>
            </a:r>
          </a:p>
          <a:p>
            <a:r>
              <a:t>Suitjare - Rp5.000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Makanan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Roti Bakar - Rp10.000</a:t>
            </a:r>
          </a:p>
          <a:p>
            <a:r>
              <a:t>Kentang Goreng - Rp5.000</a:t>
            </a:r>
          </a:p>
          <a:p>
            <a:r>
              <a:t>Seblak - Rp8.000</a:t>
            </a:r>
          </a:p>
          <a:p>
            <a:r>
              <a:t>Mie Acoy-acoy - Rp8.000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Pemesanan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Pemesanan bisa melalui website dan langsung ke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WhatsApp: 082232552557</a:t>
            </a:r>
          </a:p>
          <a:p>
            <a:r>
              <a:t>Terima kasih telah berkunjung!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